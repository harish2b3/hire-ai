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HireAI Hiring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AI-powered full stack recruitment analytics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Django + React application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JWT authentication and role-aware workflows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Public job data, AI extraction, analytics, and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Recruitment teams need structured hiring signals from fragmented public sources.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Job posts are spread across LinkedIn, Naukri, Indeed, and company pages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Skills, locations, hiring volume, and recruiter data need normalization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Manual reporting is slow and hard to compare over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A Python backend normalizes public hiring data and serves a dashboard-ready analytics API.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Playwright/JSON collection layer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Django REST processing and relational database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AI requirement extraction via OpenAI/Gemini/fallback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032504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React dashboard with charting and exports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The application maps directly to the challenge modules.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Authentication: registration, JWT, user roles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Dashboard: KPIs, openings, trends, recruiters, skills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Data collection: LinkedIn, Naukri, Indeed automation hooks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032504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AI extraction: role, skills, experience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7258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4599432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Reporting: PDF, Excel, 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The schema keeps operational and analytical entities separate.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UserProfile stores role metadata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JobOpening and ScrapedJob separate internal and external roles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Recruiter stores company, designation, email, LinkedIn, phone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032504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HiringTrend and CompanyAnalytics feed dashboard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Trend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Hiring signals convert listings and performance data into decision labels.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Aggressive Hiring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Expansion Hiring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Internship Hiring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032504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Hiring Freeze Risk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7258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4599432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Steady Hiring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AI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AI is used where it adds structure, not as a fragile dependency.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Provider support: OpenAI and Gemini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Heuristic fallback enables demos without API keys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Resume matching and chatbot assistant are included as optional enhancements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Users can generate and export hiring intelligence from the dashboard.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Company reports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Technology demand reports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Hiring frequency reports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032504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Location/skill analytics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7258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4599432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PDF, Excel, and CSV export options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Ethics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The implementation is designed for responsible public-data workflows.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Use public information only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Respect site rules and rate limits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Keep API keys server-side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032504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Avoid spam automation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7258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4599432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Use Redis/Celery for reliable background 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748B"/>
                </a:solidFill>
                <a:latin typeface="Aptos"/>
              </a:defRPr>
            </a:pPr>
            <a:r>
              <a:t>Evaluation can be shown end to end from login to report export.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40487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3172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Register or login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971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Review KPI dashboard and openings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465576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Search live/dynamic jobs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032504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Show recruiter/company intelligence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7258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4599432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Generate report exports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3951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5166360"/>
            <a:ext cx="795527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172A"/>
                </a:solidFill>
                <a:latin typeface="Aptos"/>
              </a:defRPr>
            </a:pPr>
            <a:r>
              <a:t>Explain APIs and database 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051560"/>
            <a:ext cx="2148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4173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proof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HireAI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